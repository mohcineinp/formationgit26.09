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5040F50-A3B8-56FF-B9FB-684B287303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98DEB07-009E-AB7E-1260-51770DD680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219C08B-9633-9182-178F-1897B26FE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12B13-307C-461C-9EF5-D374B43372A3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103B52C-2FD6-22B8-F68F-7467C2888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0AC19D8-9955-12D7-B4C9-91652CFFA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CB7CF-7CC3-4906-8885-5B8F8638C0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33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963B7F-0A2A-5AC0-3E3D-A0FD70B3B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1C93B8D-57D4-1F68-618B-6FBE0B598F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AF62F45-ABC7-2821-CE20-9CD389A04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12B13-307C-461C-9EF5-D374B43372A3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72CF648-BDC7-38CE-739B-46B4081F3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F24A6EE-7CC8-2A14-4139-1CD7C064C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CB7CF-7CC3-4906-8885-5B8F8638C0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540AEC7-B516-C1DE-5BFA-85423CB7A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225CC00-70DA-D8CD-6D69-3346DBA979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3961121-F9FB-DEE0-9002-29810387E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12B13-307C-461C-9EF5-D374B43372A3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AC6D6AF-8C78-4005-387E-A7A8C2B27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B4BE6C6-2AB3-6B34-7B5F-203EF3399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CB7CF-7CC3-4906-8885-5B8F8638C0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740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C7E120-6A60-8021-6A19-AAB465B4F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692CD09-820A-9008-D016-2D05B79BD6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44D53B5-D603-6FAA-C6C8-A10788DD88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2169093-9121-830E-F126-8DBAD69CE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12B13-307C-461C-9EF5-D374B43372A3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69DE31D-0245-BB79-1887-3A59244D8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9CD529A-02ED-DA24-1A87-D1E4B6E1E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CB7CF-7CC3-4906-8885-5B8F8638C0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CE9A03-CE40-72AD-61ED-79CC0C55A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AEAD959-A4E6-91DD-2609-A2109231F5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8523548-DB12-396B-820C-D89052547B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6FA23BE-A9A6-7CDC-67B0-5092CF675C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6DCD45E-65A4-9B2E-E18A-DB35AA3001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C186E363-FBBF-F7BD-C1B5-145BC3793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12B13-307C-461C-9EF5-D374B43372A3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1A44AD09-227B-73FE-BF74-C979DC390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7B3AA46-4423-4216-8E03-2EE8ED517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CB7CF-7CC3-4906-8885-5B8F8638C0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93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FFEDF88-63A2-FEC1-B89B-D1B7322CB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39C3368-F8C3-4E4C-82FC-B83CB85D4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12B13-307C-461C-9EF5-D374B43372A3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4B9552E-9308-84B9-029F-F40AADC27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9384CA6-C73A-A252-9D22-F5385DB49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CB7CF-7CC3-4906-8885-5B8F8638C0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081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950F320-55E5-23FB-35E2-E989E5D58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12B13-307C-461C-9EF5-D374B43372A3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AE7719D-4602-483D-9C22-2B7464E8D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B5BF1F9-C424-FCB9-E2CB-DB0E22B09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CB7CF-7CC3-4906-8885-5B8F8638C0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966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8AFAD71-01C4-A043-8D18-D07AB1EB6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4EDAC40-0E05-A908-1547-8142D59747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65F3A36-2EC8-2252-3F7D-6277AB1F35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BE7D321-709D-8933-440B-214C79B52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12B13-307C-461C-9EF5-D374B43372A3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7337D3C-CF14-7992-B615-CF4CD7217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014395A-7A12-5230-A57D-EE971C64C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CB7CF-7CC3-4906-8885-5B8F8638C0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3617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8C1CA3-3DE5-9612-DAE3-57E4FD678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668B2F73-4095-FDDC-0E2D-0BC846E050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C5934DC-AAC3-EFCC-23C3-FAFEF91856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CA96A86-BAA0-B6EA-5594-F4151D068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12B13-307C-461C-9EF5-D374B43372A3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5F85EDC-786A-6BF0-8AD9-6E12CCEE0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DCB3747-4A27-7502-EDA8-F107D4BA2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CB7CF-7CC3-4906-8885-5B8F8638C0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7340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E93544-665A-ABAE-6CE6-F6BE41EE6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64BB22D-C5DC-F222-BAD9-D5ACAD46D8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AC66399-0B97-449A-6884-E8C3DBC31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12B13-307C-461C-9EF5-D374B43372A3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18D6DD2-64B7-B57F-3F0C-559888C2B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9304881-509F-1D0E-EEFA-5252F79CF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CB7CF-7CC3-4906-8885-5B8F8638C0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656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E126CFE8-D985-A370-B82C-BF31E10F97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6AB4A60-454B-2883-7206-B3F3F4C17F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F0E5FF4-0F8F-BD78-A142-8E8F3652F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12B13-307C-461C-9EF5-D374B43372A3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3DC285B-2A0D-0473-6253-67736B681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2A95686-61AB-C5FA-80EE-F1894CB9C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CB7CF-7CC3-4906-8885-5B8F8638C0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281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11A19ABB-7786-85C4-8379-8845DADC9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65E73AC-2AA0-1B5F-D276-641C539601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CD230D9-9F24-8F21-9D16-1149B8A304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912B13-307C-461C-9EF5-D374B43372A3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BFDD037-0F68-642C-C7A5-4270B7090E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8A3D5E0-E8E1-D637-5EBE-AF0CBBF5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ACB7CF-7CC3-4906-8885-5B8F8638C0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677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7B76E75-FAE6-149B-0D7F-659D871EA8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AAAA</a:t>
            </a:r>
            <a:br>
              <a:rPr lang="fr-FR" dirty="0"/>
            </a:br>
            <a:r>
              <a:rPr lang="fr-FR"/>
              <a:t>Helloooooo</a:t>
            </a:r>
            <a:endParaRPr lang="en-US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A9AFB48-6C7F-47A4-35F9-B8C994779C2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66816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AAAA Helloooooo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Mohcine ELHAMAM</dc:creator>
  <cp:lastModifiedBy>Mourad HOUL</cp:lastModifiedBy>
  <cp:revision>6</cp:revision>
  <dcterms:created xsi:type="dcterms:W3CDTF">2025-09-26T11:34:19Z</dcterms:created>
  <dcterms:modified xsi:type="dcterms:W3CDTF">2025-09-27T11:35:21Z</dcterms:modified>
</cp:coreProperties>
</file>